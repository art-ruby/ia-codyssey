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a1-2 발표자료입니다. Gemini와 Kakao Local API를 파이프라인으로 연결해 여행 리포트를 자동 생성하는 CLI 프로그램을 개발했습니다.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과제가 요구한 결과물 3종을 모두 완성했습니다. 평가 포인트는 추천 품질이 아니라 API 간 데이터 연결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단계가 순서대로 이어지며, 앞 단계의 출력이 다음 단계의 입력이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추천 2곳은 보너스 과제였던 복수 지역 추천을 기본 기능으로 흡수한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폴더 이동, 실행 정책 완화, 가상환경 활성화, 패키지 설치까지가 준비 단계이고, 그 다음이 실행입니다. 날짜만 입력해도 과제 원문 형식 그대로 동작한다는 점을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 발급 → .env 저장 → load_dotenv로 로드 → Client 생성 순서입니다. 한 번의 실행에서 추천 생성과 리포트 생성 두 번 호출됩니다.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입력한 날짜와 일수가 변수로 바뀌어 프롬프트 문장에 그대로 들어갑니다. 규칙 5줄이 응답을 JSON으로 고정하는 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파싱 성공만으로는 부족합니다. 필수 키와 배열 길이까지 확인해야 다음 단계가 안전합니다. 재시도는 반복 범위로 상한을 고정했습니다.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추천 JSON의 도시명이 그대로 Kakao 검색어로 조립됩니다. 이 지점이 두 API가 연결되는 곳입니다.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추천 JSON, Kakao 맛집, errors, 날짜, 일수가 모두 하나의 프롬프트로 합쳐집니다. days 값에 따라 일정 형식 지시문이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폴더는 실행 시 자동 생성되며, 원본 데이터와 최종 리포트가 함께 저장됩니다.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번의 실행으로 추천 2곳, 맛집 10곳을 수집하고 리포트까지 생성했습니다. 오류는 발생하지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정상 경로는 실행으로, 예외 경로는 각각의 명령으로 확인할 수 있도록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과제로 얻은 것과, 다음에 이어서 개선할 항목을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-1051560"/>
            <a:ext cx="3840480" cy="3840480"/>
          </a:xfrm>
          <a:prstGeom prst="ellipse">
            <a:avLst/>
          </a:prstGeom>
          <a:solidFill>
            <a:srgbClr val="B8504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834640"/>
            <a:ext cx="2377440" cy="2377440"/>
          </a:xfrm>
          <a:prstGeom prst="ellipse">
            <a:avLst/>
          </a:prstGeom>
          <a:solidFill>
            <a:srgbClr val="A7BEA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응용 · API 활용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여행지 추천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개발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추천하고, 지도 API가 검증하고, 다시 LLM이 정리하는 3단계 파이프라인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413B36"/>
          </a:solidFill>
          <a:ln w="9525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3611880"/>
            <a:ext cx="1691640" cy="384048"/>
          </a:xfrm>
          <a:prstGeom prst="roundRect">
            <a:avLst>
              <a:gd name="adj" fmla="val 47619"/>
            </a:avLst>
          </a:prstGeom>
          <a:solidFill>
            <a:srgbClr val="413B36"/>
          </a:solidFill>
          <a:ln w="9525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3611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Local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361188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413B36"/>
          </a:solidFill>
          <a:ln w="9525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3611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제출보고서  |  travel_planner.py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미션과 최종 결과물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API 호출이 아니라, 두 API를 엮어 하나의 결과물을 만든다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2633472" cy="2331720"/>
          </a:xfrm>
          <a:prstGeom prst="roundRect">
            <a:avLst>
              <a:gd name="adj" fmla="val 235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26464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4264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847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프로그램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2128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-date 필수 입력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--days 1|2 선택 입력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travel_planner.py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549행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1170432"/>
            <a:ext cx="2633472" cy="2331720"/>
          </a:xfrm>
          <a:prstGeom prst="roundRect">
            <a:avLst>
              <a:gd name="adj" fmla="val 235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9584" y="1426464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3529584" y="14264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9584" y="1847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데이터 JSON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9584" y="22128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추천 2곳 +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도시별 맛집 + errors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9584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data_2026-10-15_1d.json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9904" y="1170432"/>
            <a:ext cx="2633472" cy="2331720"/>
          </a:xfrm>
          <a:prstGeom prst="roundRect">
            <a:avLst>
              <a:gd name="adj" fmla="val 235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426464"/>
            <a:ext cx="475488" cy="310896"/>
          </a:xfrm>
          <a:prstGeom prst="roundRect">
            <a:avLst>
              <a:gd name="adj" fmla="val 23529"/>
            </a:avLst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14264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5936" y="1847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여행 리포트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5936" y="22128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일수에 맞춘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Markdown 리포트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45936" y="2907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report_2026-10-15_1d.md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675888"/>
            <a:ext cx="8266176" cy="109728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764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추천의 정확도가 아니라 데이터 흐름이다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4087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출력  →  다음 API의 입력으로 연결  →  두 결과를 결합해 새 결과물 생성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398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3.11.9  ·  Visual Studio Code  ·  .venv  ·  requests  ·  python-dotenv  ·  argparse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처리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travel_planner.py -date "2026-10-15" --days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487168" cy="2395728"/>
          </a:xfrm>
          <a:prstGeom prst="roundRect">
            <a:avLst>
              <a:gd name="adj" fmla="val 229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3898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[1/3]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99616" y="138988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17007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여행지 추천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" y="2121408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일수를 조건으로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여행지 2곳을 추천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" y="2852928"/>
            <a:ext cx="2048256" cy="0"/>
          </a:xfrm>
          <a:prstGeom prst="line">
            <a:avLst/>
          </a:prstGeom>
          <a:noFill/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9626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구조화 출력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62656" y="21031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46704" y="1188720"/>
            <a:ext cx="2487168" cy="2395728"/>
          </a:xfrm>
          <a:prstGeom prst="roundRect">
            <a:avLst>
              <a:gd name="adj" fmla="val 229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3898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[2/3]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138988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Local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7007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맛집 검색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2121408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도시명 2개를 검색어로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5곳씩 반복 검색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66160" y="2852928"/>
            <a:ext cx="2048256" cy="0"/>
          </a:xfrm>
          <a:prstGeom prst="line">
            <a:avLst/>
          </a:prstGeom>
          <a:noFill/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9626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장소 데이터 10곳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52160" y="21031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6208" y="1188720"/>
            <a:ext cx="2487168" cy="2395728"/>
          </a:xfrm>
          <a:prstGeom prst="roundRect">
            <a:avLst>
              <a:gd name="adj" fmla="val 229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13898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[3/3]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78624" y="138988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55664" y="17007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생성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55664" y="2121408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JSON + 맛집 + errors를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Markdown으로 결합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55664" y="2852928"/>
            <a:ext cx="2048256" cy="0"/>
          </a:xfrm>
          <a:prstGeom prst="line">
            <a:avLst/>
          </a:prstGeom>
          <a:noFill/>
          <a:ln w="12700">
            <a:solidFill>
              <a:srgbClr val="A7BE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29626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results/ 폴더에 저장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8266176" cy="804672"/>
          </a:xfrm>
          <a:prstGeom prst="roundRect">
            <a:avLst>
              <a:gd name="adj" fmla="val 6818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858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데이터는 세 번 형태를 바꾼다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41696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LLM 자연어 → JSON      ② Kakao 응답 스키마 → 내부 스키마      ③ 두 JSON → 사람이 읽는 Markdown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요구사항에서 확장한 3가지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쓸 수 있는 도구에 가깝게 만들기 위한 선택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66176" cy="969264"/>
          </a:xfrm>
          <a:prstGeom prst="roundRect">
            <a:avLst>
              <a:gd name="adj" fmla="val 566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검색 API — Kakao Local 선택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316736"/>
            <a:ext cx="2468880" cy="256032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316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요구: Kakao 또는 Naver 택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category_group_code=FD6로 음식점만 필터링 · place_url(카카오맵 상세) 제공 · 좌표가 이미 소수 형태라 환산 불필요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8266176" cy="969264"/>
          </a:xfrm>
          <a:prstGeom prst="roundRect">
            <a:avLst>
              <a:gd name="adj" fmla="val 566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865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지역 1곳 → 2곳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404872"/>
            <a:ext cx="2468880" cy="256032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404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요구: recommended_city 1곳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273405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비교·선택 가능 · 반복 처리(루프)와 지역별 결과 구조 설계를 함께 경험 (보너스 과제 1을 기본 기능으로 포함)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66176" cy="969264"/>
          </a:xfrm>
          <a:prstGeom prst="roundRect">
            <a:avLst>
              <a:gd name="adj" fmla="val 566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74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 일수 선택 옵션 추가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35040" y="3493008"/>
            <a:ext cx="2468880" cy="256032"/>
          </a:xfrm>
          <a:prstGeom prst="roundRect">
            <a:avLst>
              <a:gd name="adj" fmla="val 50000"/>
            </a:avLst>
          </a:prstGeom>
          <a:solidFill>
            <a:srgbClr val="E7E8D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493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요구: 일수 개념 없음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9808" y="382219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--days 1은 A안/B안 당일 코스, --days 2는 DAY1·DAY2 연계 코스로 일정 구성 자체가 달라짐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517136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-date는 과제 요구대로 필수 옵션으로 유지했고 --days는 기본값 1이므로, -date만 입력해도 과제 요구대로 동작한다.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명령과 입력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터미널에 입력한 명령 순서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4133088" cy="2011680"/>
          </a:xfrm>
          <a:prstGeom prst="roundRect">
            <a:avLst>
              <a:gd name="adj" fmla="val 272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실행 준비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C:\ia-codyssey\assignments\06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Set-ExecutionPolicy -Scope Process `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-ExecutionPolicy RemoteSigned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.\.venv\Scripts\Activate.ps1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28032" y="1152144"/>
            <a:ext cx="3895344" cy="2011680"/>
          </a:xfrm>
          <a:prstGeom prst="roundRect">
            <a:avLst>
              <a:gd name="adj" fmla="val 272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12801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실행 명령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84064" y="1572768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기본 실행 (과제 원문 형식)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travel_planner.py -date "2026-10-15"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당일 여행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travel_planner.py -date "..." --days 1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1박 2일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travel_planner.py -date "..." --days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4133088" cy="1261872"/>
          </a:xfrm>
          <a:prstGeom prst="roundRect">
            <a:avLst>
              <a:gd name="adj" fmla="val 4348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38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옵션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37124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-date  "YYYY-MM-DD"     필수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--days  1 또는 2            선택 · 기본값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--days 기본값이 1이므로 -date만 입력해도 과제 원문 형식 그대로 동작한다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3310128"/>
            <a:ext cx="3895344" cy="1261872"/>
          </a:xfrm>
          <a:prstGeom prst="roundRect">
            <a:avLst>
              <a:gd name="adj" fmla="val 4348"/>
            </a:avLst>
          </a:prstGeom>
          <a:solidFill>
            <a:srgbClr val="2E2A27"/>
          </a:solidFill>
          <a:ln w="12700">
            <a:solidFill>
              <a:srgbClr val="2E2A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343814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입력값 검증 명령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84064" y="37307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-date "2026/10/15"   → 날짜 형식 오류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--days 3             → argparse 차단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-date 생략            → 필수 인자 누락 안내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API 연결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발급부터 호출까지 — 키는 코드가 아니라 .env에서 온다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1911096" cy="384048"/>
          </a:xfrm>
          <a:prstGeom prst="roundRect">
            <a:avLst>
              <a:gd name="adj" fmla="val 19048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5214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API 키 발급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68296" y="115214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51176" y="1152144"/>
            <a:ext cx="1911096" cy="384048"/>
          </a:xfrm>
          <a:prstGeom prst="roundRect">
            <a:avLst>
              <a:gd name="adj" fmla="val 19048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/>
          <p:nvPr/>
        </p:nvSpPr>
        <p:spPr>
          <a:xfrm>
            <a:off x="2551176" y="115214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.env에 저장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62272" y="115214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45152" y="1152144"/>
            <a:ext cx="1911096" cy="384048"/>
          </a:xfrm>
          <a:prstGeom prst="roundRect">
            <a:avLst>
              <a:gd name="adj" fmla="val 19048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115214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load_dotenv()로 로드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1152144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39128" y="1152144"/>
            <a:ext cx="1911096" cy="384048"/>
          </a:xfrm>
          <a:prstGeom prst="roundRect">
            <a:avLst>
              <a:gd name="adj" fmla="val 19048"/>
            </a:avLst>
          </a:prstGeom>
          <a:solidFill>
            <a:srgbClr val="E7E8D1"/>
          </a:solidFill>
          <a:ln/>
        </p:spPr>
      </p:sp>
      <p:sp>
        <p:nvSpPr>
          <p:cNvPr id="16" name="Text 14"/>
          <p:cNvSpPr/>
          <p:nvPr/>
        </p:nvSpPr>
        <p:spPr>
          <a:xfrm>
            <a:off x="6739128" y="115214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genai.Client() 생성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700784"/>
            <a:ext cx="4846320" cy="1883664"/>
          </a:xfrm>
          <a:prstGeom prst="roundRect">
            <a:avLst>
              <a:gd name="adj" fmla="val 29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18288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코드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2121408"/>
            <a:ext cx="4389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google import genai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os.getenv("GEMINI_API_KEY")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genai.Client(api_key=key)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client.models.generate_content(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model="gemini-3.5-flash", contents=prompt)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22976" y="1700784"/>
            <a:ext cx="3200400" cy="1883664"/>
          </a:xfrm>
          <a:prstGeom prst="roundRect">
            <a:avLst>
              <a:gd name="adj" fmla="val 291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1828800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실행에서 두 번 호출된다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79008" y="2157984"/>
            <a:ext cx="2688336" cy="566928"/>
          </a:xfrm>
          <a:prstGeom prst="roundRect">
            <a:avLst>
              <a:gd name="adj" fmla="val 9677"/>
            </a:avLst>
          </a:prstGeom>
          <a:solidFill>
            <a:srgbClr val="E7E8D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2311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[1/3]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여행지 추천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0" y="2450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JSON 응답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79008" y="2834640"/>
            <a:ext cx="2688336" cy="566928"/>
          </a:xfrm>
          <a:prstGeom prst="roundRect">
            <a:avLst>
              <a:gd name="adj" fmla="val 9677"/>
            </a:avLst>
          </a:prstGeom>
          <a:solidFill>
            <a:srgbClr val="E7E8D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2907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[3/3]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리포트 생성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0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Markdown 응답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4846320" cy="1042416"/>
          </a:xfrm>
          <a:prstGeom prst="roundRect">
            <a:avLst>
              <a:gd name="adj" fmla="val 5263"/>
            </a:avLst>
          </a:prstGeom>
          <a:solidFill>
            <a:srgbClr val="2E2A27"/>
          </a:solidFill>
          <a:ln w="12700">
            <a:solidFill>
              <a:srgbClr val="2E2A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8221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정보는 코드에 남기지 않는다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3232" y="4114800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travel_planner.py에는 키 문자열이 한 글자도 없다. os.getenv()로만 읽고, 값이 비어 있으면 안내 후 즉시 종료한다. .env는 .gitignore 첫 줄에 등록했다.</a:t>
            </a:r>
            <a:endParaRPr lang="en-US" sz="1050" dirty="0"/>
          </a:p>
        </p:txBody>
      </p:sp>
      <p:pic>
        <p:nvPicPr>
          <p:cNvPr id="33" name="Image 0" descr="C:\ia-codyssey\assignments\06\images\fig-03-gemini-k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2976" y="3712464"/>
            <a:ext cx="3200400" cy="10424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[1/3] 입력이 프롬프트가 되는 과정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CLI로 받은 값이 그대로 프롬프트 문장에 꽂힌다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2487168" cy="1152144"/>
          </a:xfrm>
          <a:prstGeom prst="roundRect">
            <a:avLst>
              <a:gd name="adj" fmla="val 476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4358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입력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51790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-date "2026-10-15"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88366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--days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62656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46704" y="1152144"/>
            <a:ext cx="2487168" cy="1152144"/>
          </a:xfrm>
          <a:prstGeom prst="roundRect">
            <a:avLst>
              <a:gd name="adj" fmla="val 4762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24358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변수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9584" y="151790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= "2026-10-15"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9584" y="188366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trip_type = "당일 여행"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52160" y="1554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6208" y="1152144"/>
            <a:ext cx="2487168" cy="1152144"/>
          </a:xfrm>
          <a:prstGeom prst="roundRect">
            <a:avLst>
              <a:gd name="adj" fmla="val 4762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24358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문장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19088" y="151790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여행 날짜는 2026-10-15입니다.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19088" y="188366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여행 기간은 당일 여행입니다.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--days 2를 넣으면 trip_type이 "1박 2일 여행"으로 바뀌어, 같은 프롬프트가 다른 조건을 요구하게 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266176" cy="2066544"/>
          </a:xfrm>
          <a:prstGeom prst="roundRect">
            <a:avLst>
              <a:gd name="adj" fmla="val 2655"/>
            </a:avLst>
          </a:prstGeom>
          <a:solidFill>
            <a:srgbClr val="2E2A27"/>
          </a:solidFill>
          <a:ln w="12700">
            <a:solidFill>
              <a:srgbClr val="2E2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798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프롬프트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309067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여행 날짜는 {date}입니다.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여행 기간은 {trip_type}입니다.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조건에 적합한 대한민국 국내 여행지 2곳을 추천하세요.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두 지역은 가능하면 서로 다른 매력을 가진 곳으로 추천하세요.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반드시 다음 JSON 형식으로만 응답하세요.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"recommended_city", "weather", "events", "reason",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"recommended_cities": [ {city, weather, events, reason, highlight} × 2 ] 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61888" y="2798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5줄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61888" y="31089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recommended_cities는 정확히 2개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recommended_city = cities[0].city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events는 문자열 배열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이외의 설명 금지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Markdown 코드블록 금지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[1/3] 응답 스키마와 검증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응답은 언제든 구조가 어긋날 수 있다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3968496" cy="1792224"/>
          </a:xfrm>
          <a:prstGeom prst="roundRect">
            <a:avLst>
              <a:gd name="adj" fmla="val 3061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받기로 한 응답 구조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3566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"recommended_city":   string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"weather":            string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"events":             string[]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            string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"recommended_cities": [ {…} × 2 ]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45152" y="1152144"/>
            <a:ext cx="4078224" cy="1792224"/>
          </a:xfrm>
          <a:prstGeom prst="roundRect">
            <a:avLst>
              <a:gd name="adj" fmla="val 3061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280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 직후 3가지를 검증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01184" y="1636776"/>
            <a:ext cx="219456" cy="2194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4901184" y="16367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A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0" y="1609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json.loads()로 파싱되는가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01184" y="2020824"/>
            <a:ext cx="219456" cy="2194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A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키 5개가 모두 있는가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01184" y="2404872"/>
            <a:ext cx="219456" cy="21945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8" name="Text 16"/>
          <p:cNvSpPr/>
          <p:nvPr/>
        </p:nvSpPr>
        <p:spPr>
          <a:xfrm>
            <a:off x="4901184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2A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12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recommended_cities가 정확히 2개인가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90672"/>
            <a:ext cx="5120640" cy="1664208"/>
          </a:xfrm>
          <a:prstGeom prst="roundRect">
            <a:avLst>
              <a:gd name="adj" fmla="val 329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200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재요청 1회 — 상한은 코드가 강제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3511296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range(2):   # 최초 1회 + 재요청 1회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(JSONDecodeError, ValueError):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attempt == 0: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prompt += 교정 지시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errors.append({...}); raise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97296" y="3090672"/>
            <a:ext cx="2926080" cy="1664208"/>
          </a:xfrm>
          <a:prstGeom prst="roundRect">
            <a:avLst>
              <a:gd name="adj" fmla="val 3297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200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재요청 시 덧붙이는 지시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35040" y="3511296"/>
            <a:ext cx="24505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"이전 응답을 JSON으로 파싱하지 못했습니다. 설명 문장과 Markdown 코드블록을 모두 제거하고 JSON 객체 하나만 다시 출력하세요."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[2/3] 추천 도시명이 검색어가 된다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단계의 출력이 이 단계의 입력이 되는 지점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8266176" cy="91440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984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index, city_info in enumerate(recommendation["recommended_cities"], start=1):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  = city_info["city"]        # "경주시"  →  "가평군"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 = f"{city} 맛집"            # "경주시 맛집"  →  "가평군 맛집"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3968496" cy="137160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225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596896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dapi.kakao.com/v2/local/search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/keyword.json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KakaoAK {REST_API_KEY}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 category_group_code=FD6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size=5  page=1  sort=accuracy  timeout=10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45152" y="2212848"/>
            <a:ext cx="4078224" cy="137160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2322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필드 정규화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2596896"/>
            <a:ext cx="3611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place_name          → name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road_address_name   → address  (없으면 지번)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category_name       → category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place_url           → url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 y               → lng / lat  (float 변환)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3968496" cy="1042416"/>
          </a:xfrm>
          <a:prstGeom prst="roundRect">
            <a:avLst>
              <a:gd name="adj" fmla="val 5263"/>
            </a:avLst>
          </a:prstGeom>
          <a:solidFill>
            <a:srgbClr val="2E2A27"/>
          </a:solidFill>
          <a:ln w="12700">
            <a:solidFill>
              <a:srgbClr val="2E2A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822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Kakao를 고른 이유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4114800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NAVER는 좌표가 정수형이라 10,000,000으로 나누는 환산이 필요하고 장소명에 태그가 섞여 온다. Kakao는 둘 다 필요 없다.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5152" y="3712464"/>
            <a:ext cx="4078224" cy="1042416"/>
          </a:xfrm>
          <a:prstGeom prst="roundRect">
            <a:avLst>
              <a:gd name="adj" fmla="val 526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3822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실패가 전체 실패가 되지 않게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1184" y="411480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0건 → EMPTY_RESULT 기록 후 [] 반환 · 인증·네트워크 오류 → API_ERROR 기록 후 [] 반환. 예외를 던지지 않으므로 다음 도시와 리포트 생성은 계속된다.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[3/3] 두 API의 결과가 하나의 프롬프트로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만든 모든 데이터가 리포트 프롬프트의 입력이 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3968496" cy="2103120"/>
          </a:xfrm>
          <a:prstGeom prst="roundRect">
            <a:avLst>
              <a:gd name="adj" fmla="val 260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프롬프트에 들어가는 5가지 입력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591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-date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1901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0" y="19019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--days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22128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[1/3] Gemini 응답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3232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restaurants_by_city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25237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[2/3] Kakao 응답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누적된 오류 목록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3종은 json.dumps(ensure_ascii=False, indent=2)로 그대로 삽입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5152" y="1152144"/>
            <a:ext cx="4078224" cy="2103120"/>
          </a:xfrm>
          <a:prstGeom prst="roundRect">
            <a:avLst>
              <a:gd name="adj" fmla="val 260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280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days 값으로 일정 형식이 갈린다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01184" y="1591056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days == 1: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### A안 — 첫 번째 도시 당일 코스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### B안 — 두 번째 도시 당일 코스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### DAY 1 — 첫 번째 도시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### DAY 2 — 두 번째 도시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schedule_rule 변수로 프롬프트에 삽입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01568"/>
            <a:ext cx="8266176" cy="1353312"/>
          </a:xfrm>
          <a:prstGeom prst="roundRect">
            <a:avLst>
              <a:gd name="adj" fmla="val 4054"/>
            </a:avLst>
          </a:prstGeom>
          <a:solidFill>
            <a:srgbClr val="2E2A27"/>
          </a:solidFill>
          <a:ln w="12700">
            <a:solidFill>
              <a:srgbClr val="2E2A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1129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마지막 규칙 — 환각(hallucination) 방지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382219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맛집은 Kakao 검색 결과에 실제로 존재하는 식당만 사용하세요.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Kakao 검색 결과에 없는 식당을 새로 만들어내지 마세요.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맛집 결과가 없으면 '데이터 없음'  ·  오류가 없으면 '오류 없음'이라고 작성하세요.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46227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실제 데이터는 API가, 서술과 구성은 LLM이 담당하는 역할 분담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저장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results/ 폴더에 원본 데이터와 최종 리포트를 함께 남긴다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3968496" cy="1481328"/>
          </a:xfrm>
          <a:prstGeom prst="roundRect">
            <a:avLst>
              <a:gd name="adj" fmla="val 3704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801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규칙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5727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os.makedirs("results", exist_ok=True)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results/data_{date}_{days}d.json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results/report_{date}_{days}d.md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45152" y="1152144"/>
            <a:ext cx="4078224" cy="1481328"/>
          </a:xfrm>
          <a:prstGeom prst="roundRect">
            <a:avLst>
              <a:gd name="adj" fmla="val 3704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280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파일명에 날짜와 일수를 모두 넣은 이유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01184" y="1591056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날짜라도 --days 값이 다르면 다른 파일로 저장되어 이전 결과가 덮어써지지 않는다. 한글이 깨지지 않도록 encoding="utf-8", ensure_ascii=False를 지정했다.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3968496" cy="1938528"/>
          </a:xfrm>
          <a:prstGeom prst="roundRect">
            <a:avLst>
              <a:gd name="adj" fmla="val 283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JSON 구조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321868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"2026-10-15",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"days": 1,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"recommendation": { … },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"restaurants_by_city": {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"경주시": [ … 5곳 ],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"가평군": [ … 5곳 ] },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"errors": []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5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pic>
        <p:nvPicPr>
          <p:cNvPr id="15" name="Image 0" descr="C:\ia-codyssey\assignments\06\images\fig-15-results-f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45152" y="2816352"/>
            <a:ext cx="4078224" cy="914400"/>
          </a:xfrm>
          <a:prstGeom prst="rect">
            <a:avLst/>
          </a:prstGeom>
        </p:spPr>
      </p:pic>
      <p:pic>
        <p:nvPicPr>
          <p:cNvPr id="16" name="Image 1" descr="C:\ia-codyssey\assignments\06\images\fig-16-data-j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3840480"/>
            <a:ext cx="4078224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travel_planner.py -date "2026-10-15" --days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1426464" cy="1005840"/>
          </a:xfrm>
          <a:prstGeom prst="roundRect">
            <a:avLst>
              <a:gd name="adj" fmla="val 545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지역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9968" y="1170432"/>
            <a:ext cx="1426464" cy="1005840"/>
          </a:xfrm>
          <a:prstGeom prst="roundRect">
            <a:avLst>
              <a:gd name="adj" fmla="val 545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2435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029968" y="177393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29968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수집한 맛집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02736" y="1170432"/>
            <a:ext cx="1426464" cy="1005840"/>
          </a:xfrm>
          <a:prstGeom prst="roundRect">
            <a:avLst>
              <a:gd name="adj" fmla="val 545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12435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02736" y="177393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02736" y="19385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오류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4517136" cy="2267712"/>
          </a:xfrm>
          <a:prstGeom prst="roundRect">
            <a:avLst>
              <a:gd name="adj" fmla="val 2419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4505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추천된 두 도시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경주시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664208" y="277977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/>
        </p:spPr>
      </p:sp>
      <p:sp>
        <p:nvSpPr>
          <p:cNvPr id="22" name="Text 20"/>
          <p:cNvSpPr/>
          <p:nvPr/>
        </p:nvSpPr>
        <p:spPr>
          <a:xfrm>
            <a:off x="1664208" y="27797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A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 · 유적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첨성대 핑크뮬리 군락지와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고즈넉한 대릉원 가을 산책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01568" y="30723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KTX로 당일치기 가능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694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가평군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664208" y="371246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A7BEAE"/>
          </a:solidFill>
          <a:ln/>
        </p:spPr>
      </p:sp>
      <p:sp>
        <p:nvSpPr>
          <p:cNvPr id="27" name="Text 25"/>
          <p:cNvSpPr/>
          <p:nvPr/>
        </p:nvSpPr>
        <p:spPr>
          <a:xfrm>
            <a:off x="1664208" y="37124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A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 · 힐링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남이섬 메타세쿼이아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단풍길과 자라섬 정원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01568" y="4005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근교 당일 접근성</a:t>
            </a:r>
            <a:endParaRPr lang="en-US" sz="1000" dirty="0"/>
          </a:p>
        </p:txBody>
      </p:sp>
      <p:pic>
        <p:nvPicPr>
          <p:cNvPr id="30" name="Image 0" descr="C:\ia-codyssey\assignments\06\images\fig-13-run-su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170432"/>
            <a:ext cx="3511296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42416" y="3017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2416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실행으로 확인한 7개 항목과 명령어로 확인하는 예외 경로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4718304" cy="3602736"/>
          </a:xfrm>
          <a:prstGeom prst="roundRect">
            <a:avLst>
              <a:gd name="adj" fmla="val 1523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실행으로 검증한 항목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673352"/>
            <a:ext cx="182880" cy="1828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실행 — 3단계 완료 후 파일 2개 생성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182880" cy="1828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구조화 출력 — 필수 키 4개 + 도시 2곳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182880" cy="1828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간 연결 — 추천 도시명이 검색어로 사용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25496"/>
            <a:ext cx="182880" cy="1828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맛집 검색·정규화 — 도시당 5건, 7개 필드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9544"/>
            <a:ext cx="182880" cy="1828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리포트 — 필수 7개 항목 + A안/B안 일정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593592"/>
            <a:ext cx="182880" cy="1828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저장 — results/에 JSON + Markdown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182880" cy="1828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5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방지 — 리포트 식당 10곳 전수 대조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114800"/>
            <a:ext cx="4169664" cy="512064"/>
          </a:xfrm>
          <a:prstGeom prst="roundRect">
            <a:avLst>
              <a:gd name="adj" fmla="val 10714"/>
            </a:avLst>
          </a:prstGeom>
          <a:solidFill>
            <a:srgbClr val="2E2A27"/>
          </a:solidFill>
          <a:ln w="12700">
            <a:solidFill>
              <a:srgbClr val="2E2A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696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011680" y="41696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리포트의 식당 전부가 Kakao 결과에 존재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식당 없음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13248" y="1152144"/>
            <a:ext cx="3310128" cy="3602736"/>
          </a:xfrm>
          <a:prstGeom prst="roundRect">
            <a:avLst>
              <a:gd name="adj" fmla="val 1657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280160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명령어로 확인하는 예외 처리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0" y="1645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-date "2026/10/15"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0" y="1865376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 출력 후 종료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(API 호출 없음)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0" y="224942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--days 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0" y="2468880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argparse choices가 차단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285292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-date 생략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0" y="3072384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인자 누락 안내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345643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키 비우고 실행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0" y="3675888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후 SystemExit(1)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405993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잘못된 Kakao 키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69280" y="427939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A71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errors 기록 후 계속 진행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108960" cy="310896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점과 개선 여지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413B36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2435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프로그램의 구조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1536192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기능별로 함수를 나누고 main()에서 조립하면,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단계가 실패해도 어디를 고칠지 바로 찾을 수 있다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413B3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12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.env의 역할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505456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공개하면 안 되는 값을 코드와 분리하는 방법과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그것이 왜 필요한지를 실제 상황에서 체감했다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413B36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82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개발 흐름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3474720"/>
            <a:ext cx="4535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가상환경 구성 · 터미널 실행 · 오류 확인 ·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파일 열람을 반복하며 프로그램을 완성했다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88736" y="1133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개선할 것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88736" y="1499616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미설정 안내에 변수명·형식까지 출력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맛집 검색 직후 원본 JSON 먼저 저장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 재실행 시 캐시 재사용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E7E8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코드블록으로 감싸여 오는 경우 처리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8174736" cy="0"/>
          </a:xfrm>
          <a:prstGeom prst="line">
            <a:avLst/>
          </a:prstGeom>
          <a:noFill/>
          <a:ln w="12700">
            <a:solidFill>
              <a:srgbClr val="413B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15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BE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추천하고, 지도 API가 검증하고, 다시 LLM이 정리한다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431596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활용 국내 여행지 추천 프로그램</dc:title>
  <dc:subject>PptxGenJS Presentation</dc:subject>
  <dc:creator>a1-2 과제 제출</dc:creator>
  <cp:lastModifiedBy>a1-2 과제 제출</cp:lastModifiedBy>
  <cp:revision>1</cp:revision>
  <dcterms:created xsi:type="dcterms:W3CDTF">2026-08-14T07:22:45Z</dcterms:created>
  <dcterms:modified xsi:type="dcterms:W3CDTF">2026-08-14T07:22:45Z</dcterms:modified>
</cp:coreProperties>
</file>