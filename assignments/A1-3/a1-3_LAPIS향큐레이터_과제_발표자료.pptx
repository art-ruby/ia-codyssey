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LAPIS는 B1-2 과제에서 만든 향수 브랜드입니다. 이번 과제에서는 그 브랜드 홈페이지에 AI 향 큐레이터를 더해 배포까지 마쳤습니다.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타겟은 B1-2에서 정의한 브랜드 타겟을 그대로 승계했습니다.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상단 내비게이션, 모바일 오버레이, 푸터 세 곳 모두에 큐레이터 항목을 추가했습니다.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선택형만으로 가면 결과가 몇 가지 조합으로 수렴해 AI가 없어도 되는 기능처럼 보이고, 자유입력만으로 가면 입력이 막연할 때 품질 편차가 큽니다. 프롬프트의 뼈대는 선택형이 잡고 개인화는 자유입력이 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프론트에서 직접 Gemini를 부르면 키가 브라우저 개발자도구에 그대로 보입니다. 서버리스 함수를 한 겹 두는 가장 큰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오타 파일은 push 직전에 발견해 커밋에서 제거했습니다. .gitignore를 *env 패턴으로 넓혔습니다.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 오류에 재시도 버튼을 숨기는 이유는 몇 번을 눌러도 결과가 같기 때문입니다. 화면에 API 키 같은 기술 원인은 쓰지 않고 서버 로그에만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a1-2의 travel_planner.py에는 Gemini 호출에 재시도도 타임아웃도 없어서 일시적인 503 한 번에 실행 전체가 중단됐습니다.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코드를 써주더라도 오류 메시지를 읽고 원인을 짚는 일은 사람이 해야 한다는 걸 가장 잘 보여준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배포본은 GitHub Pages에 올라간 LAPIS 홈페이지입니다. document.documentElement.outerHTML.length가 28,758,523이었습니다.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375px와 1440px 두 크기에서 확인했습니다. 노트 모션 그리드는 로드 시점에 한 번만 스케일을 계산해서, 검증할 때 창 크기만 바꾸면 잘못된 결과가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 스크립트도 배포 전에 로컬에서 먼저 돌려 두 개의 실제 버그를 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보너스 과제는 UX 고도화를 택했습니다. 마이크로 인터랙션과 방문자 분석입니다.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A3C"/>
          </a:solidFill>
          <a:ln w="12700">
            <a:solidFill>
              <a:srgbClr val="0A1A3C"/>
            </a:solidFill>
            <a:prstDash val="solid"/>
          </a:ln>
        </p:spPr>
      </p:sp>
      <p:pic>
        <p:nvPicPr>
          <p:cNvPr id="3" name="Image 0" descr="C:\ia-codyssey\assignments\a1-3\images\shots\desktop-curator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0"/>
          <a:stretch/>
        </p:blipFill>
        <p:spPr>
          <a:xfrm>
            <a:off x="6323990" y="0"/>
            <a:ext cx="583753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2240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향 큐레이터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30175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기분과 상황을 입력하면 어울리는 향의 3층 구성을 생성하는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큐레이션 웹 서비스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https://lapis-curator.vercel.app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웹 개발 — 내 아이디어를 현실로  ·  a1-3  ·  2026.08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향수는 맡아보기 전에 고를 수 없다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온라인에서는 그 시도조차 할 수 없다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홈페이지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섹션의 브랜드 원페이지. 완성도는 높지만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방문자가 할 수 있는 일이 "읽는 것"뿐이었다.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빠진 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383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취향을 넣어보고 결과를 받아보는 경험.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향수 카테고리를 모르면 진입 자체가 어렵다.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과제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3383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"읽고 나가는" 페이지를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"한 번 해보고 나가는" 페이지로 바꾼다.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타겟: 절제된 고급감을 선호하는 20대 후반–30대 초반 여성 · SNS 유입 가정으로 모바일 우선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7개 섹션 · 원페이지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6섹션에 큐레이터를 더했다. Notes 다음이라는 위치가 설계다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Hero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07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Brand Story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741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Notes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1E3A6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410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Curator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9410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50799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07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Collection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Philosophy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641848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641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Contact</a:t>
            </a:r>
            <a:endParaRPr lang="en-US" sz="1400" dirty="0"/>
          </a:p>
        </p:txBody>
      </p:sp>
      <p:pic>
        <p:nvPicPr>
          <p:cNvPr id="21" name="Image 0" descr="C:\ia-codyssey\assignments\a1-3\images\shots\mobile-cu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03120"/>
            <a:ext cx="1691640" cy="3657600"/>
          </a:xfrm>
          <a:prstGeom prst="rect">
            <a:avLst/>
          </a:prstGeom>
        </p:spPr>
      </p:pic>
      <p:pic>
        <p:nvPicPr>
          <p:cNvPr id="22" name="Image 1" descr="C:\ia-codyssey\assignments\a1-3\images\shots\desktop-coll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103120"/>
            <a:ext cx="3246120" cy="18288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275320" y="41605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 구성을 읽은 직후에 "당신의 조합을 찾아보세요"로 이어진다.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페이지로 빼지 않은 이유 — 결과 저장소가 없어 공유 URL의 이점이 실현되지 않는다.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기능: 입력 → 결과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선택형 3개 + 자유입력 1개의 하이브리드</a:t>
            </a:r>
            <a:endParaRPr lang="en-US" sz="1400" dirty="0"/>
          </a:p>
        </p:txBody>
      </p:sp>
      <p:pic>
        <p:nvPicPr>
          <p:cNvPr id="6" name="Image 0" descr="C:\ia-codyssey\assignments\a1-3\images\shots\ai-02-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94960" cy="3749040"/>
          </a:xfrm>
          <a:prstGeom prst="rect">
            <a:avLst/>
          </a:prstGeom>
        </p:spPr>
      </p:pic>
      <p:pic>
        <p:nvPicPr>
          <p:cNvPr id="7" name="Image 1" descr="C:\ia-codyssey\assignments\a1-3\images\shots\ai-04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48840"/>
            <a:ext cx="5257800" cy="3749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943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— 계절 · 시간 · 무드 + 닿고 싶은 순간(1~120자)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263640" y="59436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— 향 이름(영문·국문) · 카피 · Top/Heart/Base 3층 노트 · 착용 씬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입력이 화면에 돌아오기까지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HTML은 구조, CSS는 표현, JavaScript는 동작과 통신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383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· 라디오 · 결과 영역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구조를 담당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27832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20440" y="237744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76472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76472" y="3383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수집 → 검증 →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fetch('/api/curate')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08192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37744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56832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3383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api/curate.py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재검증 → Gemini 호출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88552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81160" y="237744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7192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37192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37192" y="33832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응답을 textContent로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DOM에 렌더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0F244A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Serverless Functions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52852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 안의 Python 파일이 요청이 올 때만 실행되는 함수가 된다. 서버를 직접 띄우고 관리하지 않아도 되고,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키가 브라우저에 노출되지 않는다 — 키를 아는 것은 서버뿐이다.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로컬과 배포는 키를 다른 곳에서 읽는다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이번에 실제로 헷갈렸고, 헷갈릴 만한 지점이다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파일에서 읽는다.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.gitignore로 저장소에 올리지 않는다.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os.getenv("GEMINI_API_KEY")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프로젝트 환경 변수에서 주입된다.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파일은 서버에 존재하지 않는다.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8404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 env add GEMINI_API_KEY production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2A1410"/>
          </a:solidFill>
          <a:ln w="12700">
            <a:solidFill>
              <a:srgbClr val="B565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실제로 겪은 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53035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폴더에 .env를 넣어두면 배포에도 적용될 거라 생각하기 쉽다. 실제로는 아무 영향이 없다.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또한 ",env"처럼 오타 난 파일은 .gitignore의 ".env*" 패턴에 걸리지 않아 키가 그대로 커밋될 뻔했다.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실패를 설계했다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요건은 세 가지 중 하나였지만 여섯 가지 상태를 모두 다뤘다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6766560" cy="475488"/>
          </a:xfrm>
          <a:prstGeom prst="roundRect">
            <a:avLst>
              <a:gd name="adj" fmla="val 1153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입력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26080" y="2240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밑줄이 에러 색으로. 요청을 보내지 않는다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6766560" cy="475488"/>
          </a:xfrm>
          <a:prstGeom prst="roundRect">
            <a:avLst>
              <a:gd name="adj" fmla="val 1153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163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0–6초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6080" y="281635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자리에 스켈레톤. 버튼 비활성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6766560" cy="475488"/>
          </a:xfrm>
          <a:prstGeom prst="roundRect">
            <a:avLst>
              <a:gd name="adj" fmla="val 1153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924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6초 이후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39242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"조금 더 걸리고 있습니다"로 문구 교체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68496"/>
            <a:ext cx="6766560" cy="475488"/>
          </a:xfrm>
          <a:prstGeom prst="roundRect">
            <a:avLst>
              <a:gd name="adj" fmla="val 1153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684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15초 이후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26080" y="396849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"거의 다 왔습니다"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544568"/>
            <a:ext cx="6766560" cy="475488"/>
          </a:xfrm>
          <a:prstGeom prst="roundRect">
            <a:avLst>
              <a:gd name="adj" fmla="val 1153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445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3회 실패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26080" y="454456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 + 다시 시도 버튼. 입력값 보존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6766560" cy="475488"/>
          </a:xfrm>
          <a:prstGeom prst="roundRect">
            <a:avLst>
              <a:gd name="adj" fmla="val 1153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206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오류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926080" y="51206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안내만. 재시도 버튼을 보여주지 않는다</a:t>
            </a:r>
            <a:endParaRPr lang="en-US" sz="1200" dirty="0"/>
          </a:p>
        </p:txBody>
      </p:sp>
      <p:pic>
        <p:nvPicPr>
          <p:cNvPr id="24" name="Image 0" descr="C:\ia-codyssey\assignments\a1-3\images\shots\ai-01-empty-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240280"/>
            <a:ext cx="3886200" cy="237744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635240" y="4800600"/>
            <a:ext cx="3886200" cy="1234440"/>
          </a:xfrm>
          <a:prstGeom prst="roundRect">
            <a:avLst>
              <a:gd name="adj" fmla="val 4444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09560" y="4983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가짜 결과를 내보내지 않는다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909560" y="5303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그럴듯한 폴백을 보여주면 AI가 동작한 것처럼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 사실과 달라진다.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재시도는 횟수가 아니라 예산이다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a1-2에서는 503 한 번에 프로그램 전체가 죽었다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총 예산 25초 · 최대 3회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 1 → 0.5초 → 시도 2 → 2초 → 시도 3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시도 상한 10초 · 남은 예산이 10초 미만이면 중단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2회차부터 빠른 대체 모델로 전환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모든 오류를 재시도하지 않는다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9260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재시도  503 · 429 · 네트워크 오류 · 스키마 위반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32918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실패  401 · 403 · 400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363931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키가 잘못된 상태로 25초를 기다리게 하는 것이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나쁜 시나리오다.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3429"/>
            </a:avLst>
          </a:prstGeom>
          <a:solidFill>
            <a:srgbClr val="0F244A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배포본에서 곧바로 값을 했다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5029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호출이 attempts: 2 로 돌아온다. 1회차 기본 모델이 실패하고 2회차 대체 모델이 성공한 것으로,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재시도가 없었다면 그 요청은 그대로 실패했다.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4754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attempts: 2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배포에서 세 번 넘어졌다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실제로 돌려봐야 나오는 것들이었다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빌드 실패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6700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루트의 requirements.txt 때문에 Vercel이 이 프로젝트를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애플리케이션으로 분류하고 단일 진입점을 요구했다.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25786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vercel.json에 builds를 명시해 자동 감지를 껐다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30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/api/curate 404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9959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builds를 쓰면 zero-config의 확장자 제거가 적용되지 않아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함수가 /api/curate.py로 노출됐다.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0" y="39044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routes로 매핑해 API 경로를 지켰다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56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956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 요청 즉시 실패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53218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시도당 상한을 8초로 낮췄더니 Gemini가 400을 돌려줬다.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"최소 데드라인은 10초" — 400은 재시도 대상이 아니다.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63840" y="5230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최소값에 고정하고 테스트로 묶었다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번째는 내가 만든 버그였다. 3회 시도를 예산에 맞추려다 오히려 재시도가 한 번도 돌지 않게 만들었다.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측정해서 고쳤다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배포본과 비교하면 차이가 분명하다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28.7MB → 32KB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문서 크기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이미지가 base64로 인라인돼 있어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화면 전에 28MB를 받아야 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11.2MB → 990KB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6344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자산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 변환 + lazy 로딩.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우선 타겟과 직결된다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474720" cy="3017520"/>
          </a:xfrm>
          <a:prstGeom prst="roundRect">
            <a:avLst>
              <a:gd name="adj" fmla="val 1818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23.3초 → 5.2초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41248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응답 시간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느린 기본 모델을 두 번 두드리는 대신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2회차부터 빠른 대체 모델로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개선했다고 말하려면 재볼 수 있어야 한다. 세 수치 모두 실제로 측정한 값이다.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반응형과 접근성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보이는 것만 맞추면 절반이다</a:t>
            </a:r>
            <a:endParaRPr lang="en-US" sz="1400" dirty="0"/>
          </a:p>
        </p:txBody>
      </p:sp>
      <p:pic>
        <p:nvPicPr>
          <p:cNvPr id="6" name="Image 0" descr="C:\ia-codyssey\assignments\a1-3\images\shots\mobil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1691640" cy="3657600"/>
          </a:xfrm>
          <a:prstGeom prst="rect">
            <a:avLst/>
          </a:prstGeom>
        </p:spPr>
      </p:pic>
      <p:pic>
        <p:nvPicPr>
          <p:cNvPr id="7" name="Image 1" descr="C:\ia-codyssey\assignments\a1-3\images\shots\mobile-no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194560"/>
            <a:ext cx="1691640" cy="365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937760" y="2194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칩은 라디오 버튼이다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937760" y="25420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div에 클릭 핸들러만 붙이면 키보드로 갈 수 없고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스크린리더가 선택 그룹으로 읽지 않는다.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0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37760" y="3154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영역에 aria-live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3502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버튼을 눌러 화면이 바뀌었는데 알림이 없으면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 일도 안 일어난 것으로 인식한다.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0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37760" y="4114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모바일 터치 타겟 44px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37760" y="446227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 패딩 그대로면 손가락으로 누르기 어렵다.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37760" y="5074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prefers-reduced-motion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937760" y="542239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셰이머와 카드 등장 애니메이션을 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Gemini가 503을 뱉는 동안에도 로직은 검증할 수 있어야 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없이 0.1초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24028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23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증빙 스크린샷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1440px · 375px · AI 4단계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423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0.5초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41248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입력 응답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Gemini를 부르지 않는다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10881360" cy="1920240"/>
          </a:xfrm>
          <a:prstGeom prst="roundRect">
            <a:avLst>
              <a:gd name="adj" fmla="val 285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793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호출과 판단 로직을 분리했다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681728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validate_request  ·  should_retry  ·  next_delay  ·  validate_response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함수 모두 순수 함수라 모델 상태와 무관하게 돌아간다. 한 덩어리로 뒀다면 테스트할 때마다 Gemini를 불러야 했고,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하필 그 Gemini가 이번 과제 내내 503과 429를 돌려줬다.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제출 패키지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배포된 웹 서비스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468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lapis-curator.vercel.app · 7섹션 · 반응형 · AI 기능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저장소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468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art-ruby/ia-codyssey · 프론트(css/ js/)와 백엔드(api/) 분리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README.md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03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소개 · 기술 스택 · 배포 URL · 실행 방법 · 환경 변수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서비스 기획서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37033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 · 타겟 · 페이지 구성 · AI 입출력과 실패 처리 기준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99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증빙 자료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4937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 · 모바일 · AI 동작 장면 18장 (자동 캡처)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43484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0A1A3C"/>
          </a:solidFill>
          <a:ln w="12700">
            <a:solidFill>
              <a:srgbClr val="24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599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도구 사용 기록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4937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판단과 커밋 이력이 그대로 남아 있다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24160" y="274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배운 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AI가 코드를 써도 오류는 사람이 읽는다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2423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5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"Minimum allowed deadline is 10s" 한 줄을 읽어야 원인이 잡혔다.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5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메시지를 안 읽고 재시도만 늘렸다면 영원히 못 고쳤을 문제다.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3383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 경로는 성공 경로보다 자주 실행된다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63040" y="3840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5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과제 내내 Gemini는 503과 429를 돌려줬다.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5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실패를 설계에 넣지 않았다면 서비스가 통째로 죽어 보였을 것이다.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4800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 전에 돌려봐야 나오는 것들이 있다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63040" y="5257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5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캡처 스크립트를 미리 돌려 숨은 라디오 겹침과 한글 줄바꿈 깨짐을 잡았다.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5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후였다면 제출 스크린샷에 그대로 남았다.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6153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https://lapis-curator.vercel.app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LAPIS 향 큐레이터</dc:title>
  <dc:subject>PptxGenJS Presentation</dc:subject>
  <dc:creator>art-ruby</dc:creator>
  <cp:lastModifiedBy>art-ruby</cp:lastModifiedBy>
  <cp:revision>1</cp:revision>
  <dcterms:created xsi:type="dcterms:W3CDTF">2026-08-14T16:09:25Z</dcterms:created>
  <dcterms:modified xsi:type="dcterms:W3CDTF">2026-08-14T16:09:25Z</dcterms:modified>
</cp:coreProperties>
</file>